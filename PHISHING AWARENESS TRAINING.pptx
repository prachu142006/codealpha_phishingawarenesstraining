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4" r:id="rId8"/>
    <p:sldId id="262" r:id="rId9"/>
    <p:sldId id="263" r:id="rId10"/>
    <p:sldId id="266"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F28B50-406C-457C-921B-107257DD920D}" v="7" dt="2026-06-10T15:21:10.1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utlook_6CC68F52283E252D@outlook.com" userId="6cc68f52283e252d" providerId="LiveId" clId="{22777176-53E3-465A-A770-96889D7B28E1}"/>
    <pc:docChg chg="custSel modSld">
      <pc:chgData name="outlook_6CC68F52283E252D@outlook.com" userId="6cc68f52283e252d" providerId="LiveId" clId="{22777176-53E3-465A-A770-96889D7B28E1}" dt="2026-06-10T15:22:14.844" v="79" actId="14100"/>
      <pc:docMkLst>
        <pc:docMk/>
      </pc:docMkLst>
      <pc:sldChg chg="modSp mod">
        <pc:chgData name="outlook_6CC68F52283E252D@outlook.com" userId="6cc68f52283e252d" providerId="LiveId" clId="{22777176-53E3-465A-A770-96889D7B28E1}" dt="2026-06-10T14:57:22.676" v="6" actId="27636"/>
        <pc:sldMkLst>
          <pc:docMk/>
          <pc:sldMk cId="2425605038" sldId="256"/>
        </pc:sldMkLst>
        <pc:spChg chg="mod">
          <ac:chgData name="outlook_6CC68F52283E252D@outlook.com" userId="6cc68f52283e252d" providerId="LiveId" clId="{22777176-53E3-465A-A770-96889D7B28E1}" dt="2026-06-10T14:55:51.294" v="0"/>
          <ac:spMkLst>
            <pc:docMk/>
            <pc:sldMk cId="2425605038" sldId="256"/>
            <ac:spMk id="2" creationId="{A08317C1-A36D-312A-5AE7-91BEB824C1C1}"/>
          </ac:spMkLst>
        </pc:spChg>
        <pc:spChg chg="mod">
          <ac:chgData name="outlook_6CC68F52283E252D@outlook.com" userId="6cc68f52283e252d" providerId="LiveId" clId="{22777176-53E3-465A-A770-96889D7B28E1}" dt="2026-06-10T14:57:22.676" v="6" actId="27636"/>
          <ac:spMkLst>
            <pc:docMk/>
            <pc:sldMk cId="2425605038" sldId="256"/>
            <ac:spMk id="3" creationId="{6AF44B94-6070-91BA-3A57-386BE66F12EE}"/>
          </ac:spMkLst>
        </pc:spChg>
      </pc:sldChg>
      <pc:sldChg chg="addSp modSp mod">
        <pc:chgData name="outlook_6CC68F52283E252D@outlook.com" userId="6cc68f52283e252d" providerId="LiveId" clId="{22777176-53E3-465A-A770-96889D7B28E1}" dt="2026-06-10T15:03:06.312" v="19" actId="1076"/>
        <pc:sldMkLst>
          <pc:docMk/>
          <pc:sldMk cId="4162333106" sldId="257"/>
        </pc:sldMkLst>
        <pc:spChg chg="mod">
          <ac:chgData name="outlook_6CC68F52283E252D@outlook.com" userId="6cc68f52283e252d" providerId="LiveId" clId="{22777176-53E3-465A-A770-96889D7B28E1}" dt="2026-06-10T14:55:51.294" v="0"/>
          <ac:spMkLst>
            <pc:docMk/>
            <pc:sldMk cId="4162333106" sldId="257"/>
            <ac:spMk id="2" creationId="{3FD38DA4-397B-B623-A0E1-8D139B559C50}"/>
          </ac:spMkLst>
        </pc:spChg>
        <pc:spChg chg="mod">
          <ac:chgData name="outlook_6CC68F52283E252D@outlook.com" userId="6cc68f52283e252d" providerId="LiveId" clId="{22777176-53E3-465A-A770-96889D7B28E1}" dt="2026-06-10T15:02:39.639" v="13" actId="27636"/>
          <ac:spMkLst>
            <pc:docMk/>
            <pc:sldMk cId="4162333106" sldId="257"/>
            <ac:spMk id="3" creationId="{CBB627A0-463A-6779-EC17-3473CBC5F065}"/>
          </ac:spMkLst>
        </pc:spChg>
        <pc:picChg chg="add mod">
          <ac:chgData name="outlook_6CC68F52283E252D@outlook.com" userId="6cc68f52283e252d" providerId="LiveId" clId="{22777176-53E3-465A-A770-96889D7B28E1}" dt="2026-06-10T15:03:06.312" v="19" actId="1076"/>
          <ac:picMkLst>
            <pc:docMk/>
            <pc:sldMk cId="4162333106" sldId="257"/>
            <ac:picMk id="5" creationId="{D6DC7888-5299-E5D0-AD9F-F019334A14D7}"/>
          </ac:picMkLst>
        </pc:picChg>
      </pc:sldChg>
      <pc:sldChg chg="addSp modSp mod">
        <pc:chgData name="outlook_6CC68F52283E252D@outlook.com" userId="6cc68f52283e252d" providerId="LiveId" clId="{22777176-53E3-465A-A770-96889D7B28E1}" dt="2026-06-10T15:04:12.415" v="26" actId="1076"/>
        <pc:sldMkLst>
          <pc:docMk/>
          <pc:sldMk cId="3386560355" sldId="258"/>
        </pc:sldMkLst>
        <pc:spChg chg="mod">
          <ac:chgData name="outlook_6CC68F52283E252D@outlook.com" userId="6cc68f52283e252d" providerId="LiveId" clId="{22777176-53E3-465A-A770-96889D7B28E1}" dt="2026-06-10T14:55:51.294" v="0"/>
          <ac:spMkLst>
            <pc:docMk/>
            <pc:sldMk cId="3386560355" sldId="258"/>
            <ac:spMk id="2" creationId="{C61B1410-3A6D-4D1D-4C9A-27FE3360DCDA}"/>
          </ac:spMkLst>
        </pc:spChg>
        <pc:spChg chg="mod">
          <ac:chgData name="outlook_6CC68F52283E252D@outlook.com" userId="6cc68f52283e252d" providerId="LiveId" clId="{22777176-53E3-465A-A770-96889D7B28E1}" dt="2026-06-10T14:55:51.294" v="0"/>
          <ac:spMkLst>
            <pc:docMk/>
            <pc:sldMk cId="3386560355" sldId="258"/>
            <ac:spMk id="3" creationId="{13672D9C-6D81-2F63-D651-67B777A27138}"/>
          </ac:spMkLst>
        </pc:spChg>
        <pc:picChg chg="add mod">
          <ac:chgData name="outlook_6CC68F52283E252D@outlook.com" userId="6cc68f52283e252d" providerId="LiveId" clId="{22777176-53E3-465A-A770-96889D7B28E1}" dt="2026-06-10T15:04:12.415" v="26" actId="1076"/>
          <ac:picMkLst>
            <pc:docMk/>
            <pc:sldMk cId="3386560355" sldId="258"/>
            <ac:picMk id="5" creationId="{8111DDCE-DB03-4DFA-D5AC-6E4AE7358DF9}"/>
          </ac:picMkLst>
        </pc:picChg>
      </pc:sldChg>
      <pc:sldChg chg="addSp modSp mod">
        <pc:chgData name="outlook_6CC68F52283E252D@outlook.com" userId="6cc68f52283e252d" providerId="LiveId" clId="{22777176-53E3-465A-A770-96889D7B28E1}" dt="2026-06-10T15:05:55.282" v="35" actId="1076"/>
        <pc:sldMkLst>
          <pc:docMk/>
          <pc:sldMk cId="1957235245" sldId="259"/>
        </pc:sldMkLst>
        <pc:spChg chg="mod">
          <ac:chgData name="outlook_6CC68F52283E252D@outlook.com" userId="6cc68f52283e252d" providerId="LiveId" clId="{22777176-53E3-465A-A770-96889D7B28E1}" dt="2026-06-10T14:55:51.294" v="0"/>
          <ac:spMkLst>
            <pc:docMk/>
            <pc:sldMk cId="1957235245" sldId="259"/>
            <ac:spMk id="2" creationId="{F884C7BE-FD7F-657B-1FF2-1260482E34AC}"/>
          </ac:spMkLst>
        </pc:spChg>
        <pc:spChg chg="mod">
          <ac:chgData name="outlook_6CC68F52283E252D@outlook.com" userId="6cc68f52283e252d" providerId="LiveId" clId="{22777176-53E3-465A-A770-96889D7B28E1}" dt="2026-06-10T15:05:50.608" v="34" actId="27636"/>
          <ac:spMkLst>
            <pc:docMk/>
            <pc:sldMk cId="1957235245" sldId="259"/>
            <ac:spMk id="3" creationId="{B7822096-5F6B-3162-E5E2-B71C11A3C1DF}"/>
          </ac:spMkLst>
        </pc:spChg>
        <pc:picChg chg="add mod">
          <ac:chgData name="outlook_6CC68F52283E252D@outlook.com" userId="6cc68f52283e252d" providerId="LiveId" clId="{22777176-53E3-465A-A770-96889D7B28E1}" dt="2026-06-10T15:05:55.282" v="35" actId="1076"/>
          <ac:picMkLst>
            <pc:docMk/>
            <pc:sldMk cId="1957235245" sldId="259"/>
            <ac:picMk id="5" creationId="{CEBAE964-40C0-3BE4-38CB-FF65F90D5AA7}"/>
          </ac:picMkLst>
        </pc:picChg>
      </pc:sldChg>
      <pc:sldChg chg="modSp">
        <pc:chgData name="outlook_6CC68F52283E252D@outlook.com" userId="6cc68f52283e252d" providerId="LiveId" clId="{22777176-53E3-465A-A770-96889D7B28E1}" dt="2026-06-10T14:55:51.294" v="0"/>
        <pc:sldMkLst>
          <pc:docMk/>
          <pc:sldMk cId="2218571709" sldId="260"/>
        </pc:sldMkLst>
        <pc:spChg chg="mod">
          <ac:chgData name="outlook_6CC68F52283E252D@outlook.com" userId="6cc68f52283e252d" providerId="LiveId" clId="{22777176-53E3-465A-A770-96889D7B28E1}" dt="2026-06-10T14:55:51.294" v="0"/>
          <ac:spMkLst>
            <pc:docMk/>
            <pc:sldMk cId="2218571709" sldId="260"/>
            <ac:spMk id="2" creationId="{C53382AB-34F6-5724-8752-5CAD655AD5A2}"/>
          </ac:spMkLst>
        </pc:spChg>
        <pc:spChg chg="mod">
          <ac:chgData name="outlook_6CC68F52283E252D@outlook.com" userId="6cc68f52283e252d" providerId="LiveId" clId="{22777176-53E3-465A-A770-96889D7B28E1}" dt="2026-06-10T14:55:51.294" v="0"/>
          <ac:spMkLst>
            <pc:docMk/>
            <pc:sldMk cId="2218571709" sldId="260"/>
            <ac:spMk id="3" creationId="{DA19C9DA-27CC-1C6B-F631-5CC0099CFCDA}"/>
          </ac:spMkLst>
        </pc:spChg>
      </pc:sldChg>
      <pc:sldChg chg="addSp delSp modSp mod">
        <pc:chgData name="outlook_6CC68F52283E252D@outlook.com" userId="6cc68f52283e252d" providerId="LiveId" clId="{22777176-53E3-465A-A770-96889D7B28E1}" dt="2026-06-10T15:08:20.155" v="52" actId="1076"/>
        <pc:sldMkLst>
          <pc:docMk/>
          <pc:sldMk cId="109894519" sldId="261"/>
        </pc:sldMkLst>
        <pc:spChg chg="mod">
          <ac:chgData name="outlook_6CC68F52283E252D@outlook.com" userId="6cc68f52283e252d" providerId="LiveId" clId="{22777176-53E3-465A-A770-96889D7B28E1}" dt="2026-06-10T14:55:51.294" v="0"/>
          <ac:spMkLst>
            <pc:docMk/>
            <pc:sldMk cId="109894519" sldId="261"/>
            <ac:spMk id="2" creationId="{F435DB8E-514F-9A87-2AB3-17DD9DD90587}"/>
          </ac:spMkLst>
        </pc:spChg>
        <pc:spChg chg="mod">
          <ac:chgData name="outlook_6CC68F52283E252D@outlook.com" userId="6cc68f52283e252d" providerId="LiveId" clId="{22777176-53E3-465A-A770-96889D7B28E1}" dt="2026-06-10T15:08:12.809" v="48" actId="1076"/>
          <ac:spMkLst>
            <pc:docMk/>
            <pc:sldMk cId="109894519" sldId="261"/>
            <ac:spMk id="3" creationId="{BBF82AC4-0133-D30E-D3B1-A4B0105B871F}"/>
          </ac:spMkLst>
        </pc:spChg>
        <pc:picChg chg="add del mod">
          <ac:chgData name="outlook_6CC68F52283E252D@outlook.com" userId="6cc68f52283e252d" providerId="LiveId" clId="{22777176-53E3-465A-A770-96889D7B28E1}" dt="2026-06-10T15:08:08.746" v="46" actId="478"/>
          <ac:picMkLst>
            <pc:docMk/>
            <pc:sldMk cId="109894519" sldId="261"/>
            <ac:picMk id="5" creationId="{E7518FA9-8F4A-B88C-4A0F-282878C4CDFB}"/>
          </ac:picMkLst>
        </pc:picChg>
        <pc:picChg chg="add mod">
          <ac:chgData name="outlook_6CC68F52283E252D@outlook.com" userId="6cc68f52283e252d" providerId="LiveId" clId="{22777176-53E3-465A-A770-96889D7B28E1}" dt="2026-06-10T15:08:20.155" v="52" actId="1076"/>
          <ac:picMkLst>
            <pc:docMk/>
            <pc:sldMk cId="109894519" sldId="261"/>
            <ac:picMk id="7" creationId="{BABEB8F9-15A4-58FD-09B6-F63D1980CAB0}"/>
          </ac:picMkLst>
        </pc:picChg>
      </pc:sldChg>
      <pc:sldChg chg="addSp delSp modSp mod">
        <pc:chgData name="outlook_6CC68F52283E252D@outlook.com" userId="6cc68f52283e252d" providerId="LiveId" clId="{22777176-53E3-465A-A770-96889D7B28E1}" dt="2026-06-10T15:14:25.016" v="65" actId="1076"/>
        <pc:sldMkLst>
          <pc:docMk/>
          <pc:sldMk cId="3184333020" sldId="262"/>
        </pc:sldMkLst>
        <pc:spChg chg="mod">
          <ac:chgData name="outlook_6CC68F52283E252D@outlook.com" userId="6cc68f52283e252d" providerId="LiveId" clId="{22777176-53E3-465A-A770-96889D7B28E1}" dt="2026-06-10T14:55:51.294" v="0"/>
          <ac:spMkLst>
            <pc:docMk/>
            <pc:sldMk cId="3184333020" sldId="262"/>
            <ac:spMk id="2" creationId="{ADBFFBD0-7B98-5EDA-3A0D-3FC079D8AC79}"/>
          </ac:spMkLst>
        </pc:spChg>
        <pc:spChg chg="mod">
          <ac:chgData name="outlook_6CC68F52283E252D@outlook.com" userId="6cc68f52283e252d" providerId="LiveId" clId="{22777176-53E3-465A-A770-96889D7B28E1}" dt="2026-06-10T14:55:51.294" v="0"/>
          <ac:spMkLst>
            <pc:docMk/>
            <pc:sldMk cId="3184333020" sldId="262"/>
            <ac:spMk id="3" creationId="{BE8E92B0-D8D0-6687-A0C9-7111C7B2BE69}"/>
          </ac:spMkLst>
        </pc:spChg>
        <pc:picChg chg="add del mod">
          <ac:chgData name="outlook_6CC68F52283E252D@outlook.com" userId="6cc68f52283e252d" providerId="LiveId" clId="{22777176-53E3-465A-A770-96889D7B28E1}" dt="2026-06-10T15:14:04.054" v="61" actId="21"/>
          <ac:picMkLst>
            <pc:docMk/>
            <pc:sldMk cId="3184333020" sldId="262"/>
            <ac:picMk id="5" creationId="{E7622F40-FDC1-4267-3C8E-48E9303FD846}"/>
          </ac:picMkLst>
        </pc:picChg>
        <pc:picChg chg="add mod">
          <ac:chgData name="outlook_6CC68F52283E252D@outlook.com" userId="6cc68f52283e252d" providerId="LiveId" clId="{22777176-53E3-465A-A770-96889D7B28E1}" dt="2026-06-10T15:14:25.016" v="65" actId="1076"/>
          <ac:picMkLst>
            <pc:docMk/>
            <pc:sldMk cId="3184333020" sldId="262"/>
            <ac:picMk id="7" creationId="{5140B507-A5E5-661D-32F7-488261E1F0D6}"/>
          </ac:picMkLst>
        </pc:picChg>
      </pc:sldChg>
      <pc:sldChg chg="addSp delSp modSp mod">
        <pc:chgData name="outlook_6CC68F52283E252D@outlook.com" userId="6cc68f52283e252d" providerId="LiveId" clId="{22777176-53E3-465A-A770-96889D7B28E1}" dt="2026-06-10T15:21:15.594" v="74" actId="1076"/>
        <pc:sldMkLst>
          <pc:docMk/>
          <pc:sldMk cId="4051915369" sldId="263"/>
        </pc:sldMkLst>
        <pc:spChg chg="mod">
          <ac:chgData name="outlook_6CC68F52283E252D@outlook.com" userId="6cc68f52283e252d" providerId="LiveId" clId="{22777176-53E3-465A-A770-96889D7B28E1}" dt="2026-06-10T14:55:51.294" v="0"/>
          <ac:spMkLst>
            <pc:docMk/>
            <pc:sldMk cId="4051915369" sldId="263"/>
            <ac:spMk id="2" creationId="{A3C6758A-7150-A5BD-0C77-8822DD762250}"/>
          </ac:spMkLst>
        </pc:spChg>
        <pc:spChg chg="mod">
          <ac:chgData name="outlook_6CC68F52283E252D@outlook.com" userId="6cc68f52283e252d" providerId="LiveId" clId="{22777176-53E3-465A-A770-96889D7B28E1}" dt="2026-06-10T14:55:51.528" v="3" actId="27636"/>
          <ac:spMkLst>
            <pc:docMk/>
            <pc:sldMk cId="4051915369" sldId="263"/>
            <ac:spMk id="3" creationId="{B252EA72-2BF4-8831-1801-BC47CD9500E7}"/>
          </ac:spMkLst>
        </pc:spChg>
        <pc:picChg chg="add mod">
          <ac:chgData name="outlook_6CC68F52283E252D@outlook.com" userId="6cc68f52283e252d" providerId="LiveId" clId="{22777176-53E3-465A-A770-96889D7B28E1}" dt="2026-06-10T15:21:15.594" v="74" actId="1076"/>
          <ac:picMkLst>
            <pc:docMk/>
            <pc:sldMk cId="4051915369" sldId="263"/>
            <ac:picMk id="5" creationId="{78D6C893-46BE-9664-B1BC-FF9939D44209}"/>
          </ac:picMkLst>
        </pc:picChg>
        <pc:picChg chg="add del mod">
          <ac:chgData name="outlook_6CC68F52283E252D@outlook.com" userId="6cc68f52283e252d" providerId="LiveId" clId="{22777176-53E3-465A-A770-96889D7B28E1}" dt="2026-06-10T15:21:10.185" v="71" actId="478"/>
          <ac:picMkLst>
            <pc:docMk/>
            <pc:sldMk cId="4051915369" sldId="263"/>
            <ac:picMk id="2050" creationId="{AD9791F8-047C-FA7C-7B11-02576EEABE8D}"/>
          </ac:picMkLst>
        </pc:picChg>
      </pc:sldChg>
      <pc:sldChg chg="addSp modSp mod">
        <pc:chgData name="outlook_6CC68F52283E252D@outlook.com" userId="6cc68f52283e252d" providerId="LiveId" clId="{22777176-53E3-465A-A770-96889D7B28E1}" dt="2026-06-10T15:09:33.163" v="58" actId="27636"/>
        <pc:sldMkLst>
          <pc:docMk/>
          <pc:sldMk cId="2736358596" sldId="264"/>
        </pc:sldMkLst>
        <pc:spChg chg="mod">
          <ac:chgData name="outlook_6CC68F52283E252D@outlook.com" userId="6cc68f52283e252d" providerId="LiveId" clId="{22777176-53E3-465A-A770-96889D7B28E1}" dt="2026-06-10T14:55:51.294" v="0"/>
          <ac:spMkLst>
            <pc:docMk/>
            <pc:sldMk cId="2736358596" sldId="264"/>
            <ac:spMk id="2" creationId="{4BB6FD5F-D8FA-D50E-129A-D1B6F871259E}"/>
          </ac:spMkLst>
        </pc:spChg>
        <pc:spChg chg="mod">
          <ac:chgData name="outlook_6CC68F52283E252D@outlook.com" userId="6cc68f52283e252d" providerId="LiveId" clId="{22777176-53E3-465A-A770-96889D7B28E1}" dt="2026-06-10T15:09:33.163" v="58" actId="27636"/>
          <ac:spMkLst>
            <pc:docMk/>
            <pc:sldMk cId="2736358596" sldId="264"/>
            <ac:spMk id="3" creationId="{79BDEDE6-434C-AF13-16FB-C5F00B3147F1}"/>
          </ac:spMkLst>
        </pc:spChg>
        <pc:picChg chg="add mod">
          <ac:chgData name="outlook_6CC68F52283E252D@outlook.com" userId="6cc68f52283e252d" providerId="LiveId" clId="{22777176-53E3-465A-A770-96889D7B28E1}" dt="2026-06-10T15:09:23.204" v="56" actId="1076"/>
          <ac:picMkLst>
            <pc:docMk/>
            <pc:sldMk cId="2736358596" sldId="264"/>
            <ac:picMk id="5" creationId="{6AA5E096-1BFA-B7DB-0656-89BD48D93491}"/>
          </ac:picMkLst>
        </pc:picChg>
      </pc:sldChg>
      <pc:sldChg chg="addSp modSp mod">
        <pc:chgData name="outlook_6CC68F52283E252D@outlook.com" userId="6cc68f52283e252d" providerId="LiveId" clId="{22777176-53E3-465A-A770-96889D7B28E1}" dt="2026-06-10T15:22:14.844" v="79" actId="14100"/>
        <pc:sldMkLst>
          <pc:docMk/>
          <pc:sldMk cId="1419364397" sldId="265"/>
        </pc:sldMkLst>
        <pc:spChg chg="mod">
          <ac:chgData name="outlook_6CC68F52283E252D@outlook.com" userId="6cc68f52283e252d" providerId="LiveId" clId="{22777176-53E3-465A-A770-96889D7B28E1}" dt="2026-06-10T14:55:51.294" v="0"/>
          <ac:spMkLst>
            <pc:docMk/>
            <pc:sldMk cId="1419364397" sldId="265"/>
            <ac:spMk id="2" creationId="{D5189199-2852-9FAD-46C0-B4D5584F2779}"/>
          </ac:spMkLst>
        </pc:spChg>
        <pc:spChg chg="mod">
          <ac:chgData name="outlook_6CC68F52283E252D@outlook.com" userId="6cc68f52283e252d" providerId="LiveId" clId="{22777176-53E3-465A-A770-96889D7B28E1}" dt="2026-06-10T14:55:51.294" v="0"/>
          <ac:spMkLst>
            <pc:docMk/>
            <pc:sldMk cId="1419364397" sldId="265"/>
            <ac:spMk id="3" creationId="{C5208BF5-018D-930F-E2CC-0539594DCCF2}"/>
          </ac:spMkLst>
        </pc:spChg>
        <pc:picChg chg="add mod">
          <ac:chgData name="outlook_6CC68F52283E252D@outlook.com" userId="6cc68f52283e252d" providerId="LiveId" clId="{22777176-53E3-465A-A770-96889D7B28E1}" dt="2026-06-10T15:22:14.844" v="79" actId="14100"/>
          <ac:picMkLst>
            <pc:docMk/>
            <pc:sldMk cId="1419364397" sldId="265"/>
            <ac:picMk id="5" creationId="{2AB318C8-BA2F-8A99-E54B-18E864068ED5}"/>
          </ac:picMkLst>
        </pc:picChg>
      </pc:sldChg>
      <pc:sldChg chg="modSp">
        <pc:chgData name="outlook_6CC68F52283E252D@outlook.com" userId="6cc68f52283e252d" providerId="LiveId" clId="{22777176-53E3-465A-A770-96889D7B28E1}" dt="2026-06-10T14:55:51.294" v="0"/>
        <pc:sldMkLst>
          <pc:docMk/>
          <pc:sldMk cId="4232138996" sldId="266"/>
        </pc:sldMkLst>
        <pc:spChg chg="mod">
          <ac:chgData name="outlook_6CC68F52283E252D@outlook.com" userId="6cc68f52283e252d" providerId="LiveId" clId="{22777176-53E3-465A-A770-96889D7B28E1}" dt="2026-06-10T14:55:51.294" v="0"/>
          <ac:spMkLst>
            <pc:docMk/>
            <pc:sldMk cId="4232138996" sldId="266"/>
            <ac:spMk id="2" creationId="{12CEB63D-FE34-B42B-30A1-31549700CFF4}"/>
          </ac:spMkLst>
        </pc:spChg>
        <pc:spChg chg="mod">
          <ac:chgData name="outlook_6CC68F52283E252D@outlook.com" userId="6cc68f52283e252d" providerId="LiveId" clId="{22777176-53E3-465A-A770-96889D7B28E1}" dt="2026-06-10T14:55:51.294" v="0"/>
          <ac:spMkLst>
            <pc:docMk/>
            <pc:sldMk cId="4232138996" sldId="266"/>
            <ac:spMk id="3" creationId="{1491DEE6-305E-2727-36DF-1A168704C37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2507597-7DB4-47A9-95D2-FB936C75B6CC}"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981095-8F7A-4F46-8732-AFD9E475D464}" type="slidenum">
              <a:rPr lang="en-IN" smtClean="0"/>
              <a:t>‹#›</a:t>
            </a:fld>
            <a:endParaRPr lang="en-IN"/>
          </a:p>
        </p:txBody>
      </p:sp>
    </p:spTree>
    <p:extLst>
      <p:ext uri="{BB962C8B-B14F-4D97-AF65-F5344CB8AC3E}">
        <p14:creationId xmlns:p14="http://schemas.microsoft.com/office/powerpoint/2010/main" val="1373922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507597-7DB4-47A9-95D2-FB936C75B6CC}"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981095-8F7A-4F46-8732-AFD9E475D464}" type="slidenum">
              <a:rPr lang="en-IN" smtClean="0"/>
              <a:t>‹#›</a:t>
            </a:fld>
            <a:endParaRPr lang="en-IN"/>
          </a:p>
        </p:txBody>
      </p:sp>
    </p:spTree>
    <p:extLst>
      <p:ext uri="{BB962C8B-B14F-4D97-AF65-F5344CB8AC3E}">
        <p14:creationId xmlns:p14="http://schemas.microsoft.com/office/powerpoint/2010/main" val="390077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507597-7DB4-47A9-95D2-FB936C75B6CC}"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981095-8F7A-4F46-8732-AFD9E475D464}" type="slidenum">
              <a:rPr lang="en-IN" smtClean="0"/>
              <a:t>‹#›</a:t>
            </a:fld>
            <a:endParaRPr lang="en-IN"/>
          </a:p>
        </p:txBody>
      </p:sp>
    </p:spTree>
    <p:extLst>
      <p:ext uri="{BB962C8B-B14F-4D97-AF65-F5344CB8AC3E}">
        <p14:creationId xmlns:p14="http://schemas.microsoft.com/office/powerpoint/2010/main" val="3792280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507597-7DB4-47A9-95D2-FB936C75B6CC}" type="datetimeFigureOut">
              <a:rPr lang="en-IN" smtClean="0"/>
              <a:t>10-06-2026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981095-8F7A-4F46-8732-AFD9E475D464}" type="slidenum">
              <a:rPr lang="en-IN" smtClean="0"/>
              <a:t>‹#›</a:t>
            </a:fld>
            <a:endParaRPr lang="en-IN"/>
          </a:p>
        </p:txBody>
      </p:sp>
    </p:spTree>
    <p:extLst>
      <p:ext uri="{BB962C8B-B14F-4D97-AF65-F5344CB8AC3E}">
        <p14:creationId xmlns:p14="http://schemas.microsoft.com/office/powerpoint/2010/main" val="156539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507597-7DB4-47A9-95D2-FB936C75B6CC}" type="datetimeFigureOut">
              <a:rPr lang="en-IN" smtClean="0"/>
              <a:t>10-06-2026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0981095-8F7A-4F46-8732-AFD9E475D464}" type="slidenum">
              <a:rPr lang="en-IN" smtClean="0"/>
              <a:t>‹#›</a:t>
            </a:fld>
            <a:endParaRPr lang="en-IN"/>
          </a:p>
        </p:txBody>
      </p:sp>
    </p:spTree>
    <p:extLst>
      <p:ext uri="{BB962C8B-B14F-4D97-AF65-F5344CB8AC3E}">
        <p14:creationId xmlns:p14="http://schemas.microsoft.com/office/powerpoint/2010/main" val="2796900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507597-7DB4-47A9-95D2-FB936C75B6CC}" type="datetimeFigureOut">
              <a:rPr lang="en-IN" smtClean="0"/>
              <a:t>10-06-2026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981095-8F7A-4F46-8732-AFD9E475D464}" type="slidenum">
              <a:rPr lang="en-IN" smtClean="0"/>
              <a:t>‹#›</a:t>
            </a:fld>
            <a:endParaRPr lang="en-IN"/>
          </a:p>
        </p:txBody>
      </p:sp>
    </p:spTree>
    <p:extLst>
      <p:ext uri="{BB962C8B-B14F-4D97-AF65-F5344CB8AC3E}">
        <p14:creationId xmlns:p14="http://schemas.microsoft.com/office/powerpoint/2010/main" val="3610084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507597-7DB4-47A9-95D2-FB936C75B6CC}" type="datetimeFigureOut">
              <a:rPr lang="en-IN" smtClean="0"/>
              <a:t>10-06-2026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0981095-8F7A-4F46-8732-AFD9E475D464}" type="slidenum">
              <a:rPr lang="en-IN" smtClean="0"/>
              <a:t>‹#›</a:t>
            </a:fld>
            <a:endParaRPr lang="en-IN"/>
          </a:p>
        </p:txBody>
      </p:sp>
    </p:spTree>
    <p:extLst>
      <p:ext uri="{BB962C8B-B14F-4D97-AF65-F5344CB8AC3E}">
        <p14:creationId xmlns:p14="http://schemas.microsoft.com/office/powerpoint/2010/main" val="2286465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507597-7DB4-47A9-95D2-FB936C75B6CC}" type="datetimeFigureOut">
              <a:rPr lang="en-IN" smtClean="0"/>
              <a:t>10-06-2026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981095-8F7A-4F46-8732-AFD9E475D464}" type="slidenum">
              <a:rPr lang="en-IN" smtClean="0"/>
              <a:t>‹#›</a:t>
            </a:fld>
            <a:endParaRPr lang="en-IN"/>
          </a:p>
        </p:txBody>
      </p:sp>
    </p:spTree>
    <p:extLst>
      <p:ext uri="{BB962C8B-B14F-4D97-AF65-F5344CB8AC3E}">
        <p14:creationId xmlns:p14="http://schemas.microsoft.com/office/powerpoint/2010/main" val="2134212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507597-7DB4-47A9-95D2-FB936C75B6CC}" type="datetimeFigureOut">
              <a:rPr lang="en-IN" smtClean="0"/>
              <a:t>10-06-2026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981095-8F7A-4F46-8732-AFD9E475D464}" type="slidenum">
              <a:rPr lang="en-IN" smtClean="0"/>
              <a:t>‹#›</a:t>
            </a:fld>
            <a:endParaRPr lang="en-IN"/>
          </a:p>
        </p:txBody>
      </p:sp>
    </p:spTree>
    <p:extLst>
      <p:ext uri="{BB962C8B-B14F-4D97-AF65-F5344CB8AC3E}">
        <p14:creationId xmlns:p14="http://schemas.microsoft.com/office/powerpoint/2010/main" val="2343671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507597-7DB4-47A9-95D2-FB936C75B6CC}" type="datetimeFigureOut">
              <a:rPr lang="en-IN" smtClean="0"/>
              <a:t>10-06-2026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981095-8F7A-4F46-8732-AFD9E475D464}" type="slidenum">
              <a:rPr lang="en-IN" smtClean="0"/>
              <a:t>‹#›</a:t>
            </a:fld>
            <a:endParaRPr lang="en-IN"/>
          </a:p>
        </p:txBody>
      </p:sp>
    </p:spTree>
    <p:extLst>
      <p:ext uri="{BB962C8B-B14F-4D97-AF65-F5344CB8AC3E}">
        <p14:creationId xmlns:p14="http://schemas.microsoft.com/office/powerpoint/2010/main" val="304250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507597-7DB4-47A9-95D2-FB936C75B6CC}" type="datetimeFigureOut">
              <a:rPr lang="en-IN" smtClean="0"/>
              <a:t>10-06-2026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981095-8F7A-4F46-8732-AFD9E475D464}" type="slidenum">
              <a:rPr lang="en-IN" smtClean="0"/>
              <a:t>‹#›</a:t>
            </a:fld>
            <a:endParaRPr lang="en-IN"/>
          </a:p>
        </p:txBody>
      </p:sp>
    </p:spTree>
    <p:extLst>
      <p:ext uri="{BB962C8B-B14F-4D97-AF65-F5344CB8AC3E}">
        <p14:creationId xmlns:p14="http://schemas.microsoft.com/office/powerpoint/2010/main" val="12263145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507597-7DB4-47A9-95D2-FB936C75B6CC}" type="datetimeFigureOut">
              <a:rPr lang="en-IN" smtClean="0"/>
              <a:t>10-06-2026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981095-8F7A-4F46-8732-AFD9E475D464}"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911398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507597-7DB4-47A9-95D2-FB936C75B6CC}" type="datetimeFigureOut">
              <a:rPr lang="en-IN" smtClean="0"/>
              <a:t>10-06-2026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981095-8F7A-4F46-8732-AFD9E475D464}" type="slidenum">
              <a:rPr lang="en-IN" smtClean="0"/>
              <a:t>‹#›</a:t>
            </a:fld>
            <a:endParaRPr lang="en-IN"/>
          </a:p>
        </p:txBody>
      </p:sp>
    </p:spTree>
    <p:extLst>
      <p:ext uri="{BB962C8B-B14F-4D97-AF65-F5344CB8AC3E}">
        <p14:creationId xmlns:p14="http://schemas.microsoft.com/office/powerpoint/2010/main" val="30092724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2507597-7DB4-47A9-95D2-FB936C75B6CC}" type="datetimeFigureOut">
              <a:rPr lang="en-IN" smtClean="0"/>
              <a:t>10-06-2026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981095-8F7A-4F46-8732-AFD9E475D464}" type="slidenum">
              <a:rPr lang="en-IN" smtClean="0"/>
              <a:t>‹#›</a:t>
            </a:fld>
            <a:endParaRPr lang="en-IN"/>
          </a:p>
        </p:txBody>
      </p:sp>
    </p:spTree>
    <p:extLst>
      <p:ext uri="{BB962C8B-B14F-4D97-AF65-F5344CB8AC3E}">
        <p14:creationId xmlns:p14="http://schemas.microsoft.com/office/powerpoint/2010/main" val="30017297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2507597-7DB4-47A9-95D2-FB936C75B6CC}" type="datetimeFigureOut">
              <a:rPr lang="en-IN" smtClean="0"/>
              <a:t>10-06-2026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981095-8F7A-4F46-8732-AFD9E475D464}" type="slidenum">
              <a:rPr lang="en-IN" smtClean="0"/>
              <a:t>‹#›</a:t>
            </a:fld>
            <a:endParaRPr lang="en-IN"/>
          </a:p>
        </p:txBody>
      </p:sp>
    </p:spTree>
    <p:extLst>
      <p:ext uri="{BB962C8B-B14F-4D97-AF65-F5344CB8AC3E}">
        <p14:creationId xmlns:p14="http://schemas.microsoft.com/office/powerpoint/2010/main" val="370046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507597-7DB4-47A9-95D2-FB936C75B6CC}"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981095-8F7A-4F46-8732-AFD9E475D464}" type="slidenum">
              <a:rPr lang="en-IN" smtClean="0"/>
              <a:t>‹#›</a:t>
            </a:fld>
            <a:endParaRPr lang="en-IN"/>
          </a:p>
        </p:txBody>
      </p:sp>
    </p:spTree>
    <p:extLst>
      <p:ext uri="{BB962C8B-B14F-4D97-AF65-F5344CB8AC3E}">
        <p14:creationId xmlns:p14="http://schemas.microsoft.com/office/powerpoint/2010/main" val="2808324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507597-7DB4-47A9-95D2-FB936C75B6CC}" type="datetimeFigureOut">
              <a:rPr lang="en-IN" smtClean="0"/>
              <a:t>10-06-2026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981095-8F7A-4F46-8732-AFD9E475D464}" type="slidenum">
              <a:rPr lang="en-IN" smtClean="0"/>
              <a:t>‹#›</a:t>
            </a:fld>
            <a:endParaRPr lang="en-IN"/>
          </a:p>
        </p:txBody>
      </p:sp>
    </p:spTree>
    <p:extLst>
      <p:ext uri="{BB962C8B-B14F-4D97-AF65-F5344CB8AC3E}">
        <p14:creationId xmlns:p14="http://schemas.microsoft.com/office/powerpoint/2010/main" val="2618740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72507597-7DB4-47A9-95D2-FB936C75B6CC}" type="datetimeFigureOut">
              <a:rPr lang="en-IN" smtClean="0"/>
              <a:t>10-06-2026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0981095-8F7A-4F46-8732-AFD9E475D464}" type="slidenum">
              <a:rPr lang="en-IN" smtClean="0"/>
              <a:t>‹#›</a:t>
            </a:fld>
            <a:endParaRPr lang="en-IN"/>
          </a:p>
        </p:txBody>
      </p:sp>
    </p:spTree>
    <p:extLst>
      <p:ext uri="{BB962C8B-B14F-4D97-AF65-F5344CB8AC3E}">
        <p14:creationId xmlns:p14="http://schemas.microsoft.com/office/powerpoint/2010/main" val="417934467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317C1-A36D-312A-5AE7-91BEB824C1C1}"/>
              </a:ext>
            </a:extLst>
          </p:cNvPr>
          <p:cNvSpPr>
            <a:spLocks noGrp="1"/>
          </p:cNvSpPr>
          <p:nvPr>
            <p:ph type="ctrTitle"/>
          </p:nvPr>
        </p:nvSpPr>
        <p:spPr/>
        <p:txBody>
          <a:bodyPr>
            <a:normAutofit/>
          </a:bodyPr>
          <a:lstStyle/>
          <a:p>
            <a:r>
              <a:rPr lang="en-IN" sz="5400" dirty="0">
                <a:latin typeface="Times New Roman" panose="02020603050405020304" pitchFamily="18" charset="0"/>
                <a:cs typeface="Times New Roman" panose="02020603050405020304" pitchFamily="18" charset="0"/>
              </a:rPr>
              <a:t>PHISHING AWARENESS TRAINING</a:t>
            </a:r>
          </a:p>
        </p:txBody>
      </p:sp>
      <p:sp>
        <p:nvSpPr>
          <p:cNvPr id="3" name="Subtitle 2">
            <a:extLst>
              <a:ext uri="{FF2B5EF4-FFF2-40B4-BE49-F238E27FC236}">
                <a16:creationId xmlns:a16="http://schemas.microsoft.com/office/drawing/2014/main" id="{6AF44B94-6070-91BA-3A57-386BE66F12EE}"/>
              </a:ext>
            </a:extLst>
          </p:cNvPr>
          <p:cNvSpPr>
            <a:spLocks noGrp="1"/>
          </p:cNvSpPr>
          <p:nvPr>
            <p:ph type="subTitle" idx="1"/>
          </p:nvPr>
        </p:nvSpPr>
        <p:spPr>
          <a:xfrm>
            <a:off x="1573160" y="3946166"/>
            <a:ext cx="9242323" cy="1933523"/>
          </a:xfrm>
        </p:spPr>
        <p:txBody>
          <a:bodyPr>
            <a:normAutofit fontScale="92500" lnSpcReduction="10000"/>
          </a:bodyPr>
          <a:lstStyle/>
          <a:p>
            <a:r>
              <a:rPr lang="en-US" dirty="0" err="1">
                <a:latin typeface="Times New Roman" panose="02020603050405020304" pitchFamily="18" charset="0"/>
                <a:cs typeface="Times New Roman" panose="02020603050405020304" pitchFamily="18" charset="0"/>
              </a:rPr>
              <a:t>CodeAlpha</a:t>
            </a:r>
            <a:r>
              <a:rPr lang="en-US" dirty="0">
                <a:latin typeface="Times New Roman" panose="02020603050405020304" pitchFamily="18" charset="0"/>
                <a:cs typeface="Times New Roman" panose="02020603050405020304" pitchFamily="18" charset="0"/>
              </a:rPr>
              <a:t> Cyber Security Internship</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Submitted By:</a:t>
            </a:r>
          </a:p>
          <a:p>
            <a:r>
              <a:rPr lang="en-US" dirty="0">
                <a:latin typeface="Times New Roman" panose="02020603050405020304" pitchFamily="18" charset="0"/>
                <a:cs typeface="Times New Roman" panose="02020603050405020304" pitchFamily="18" charset="0"/>
              </a:rPr>
              <a:t>Prachiti Vartak</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5605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38DA4-397B-B623-A0E1-8D139B559C50}"/>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BB627A0-463A-6779-EC17-3473CBC5F065}"/>
              </a:ext>
            </a:extLst>
          </p:cNvPr>
          <p:cNvSpPr>
            <a:spLocks noGrp="1"/>
          </p:cNvSpPr>
          <p:nvPr>
            <p:ph idx="1"/>
          </p:nvPr>
        </p:nvSpPr>
        <p:spPr>
          <a:xfrm>
            <a:off x="913796" y="2096064"/>
            <a:ext cx="5988450" cy="4471884"/>
          </a:xfrm>
        </p:spPr>
        <p:txBody>
          <a:bodyPr>
            <a:normAutofit lnSpcReduction="10000"/>
          </a:bodyPr>
          <a:lstStyle/>
          <a:p>
            <a:r>
              <a:rPr lang="en-IN" dirty="0">
                <a:latin typeface="Times New Roman" panose="02020603050405020304" pitchFamily="18" charset="0"/>
                <a:cs typeface="Times New Roman" panose="02020603050405020304" pitchFamily="18" charset="0"/>
              </a:rPr>
              <a:t>During my Cyber Security Internship at </a:t>
            </a:r>
            <a:r>
              <a:rPr lang="en-IN" dirty="0" err="1">
                <a:latin typeface="Times New Roman" panose="02020603050405020304" pitchFamily="18" charset="0"/>
                <a:cs typeface="Times New Roman" panose="02020603050405020304" pitchFamily="18" charset="0"/>
              </a:rPr>
              <a:t>CodeAlpha</a:t>
            </a:r>
            <a:r>
              <a:rPr lang="en-IN" dirty="0">
                <a:latin typeface="Times New Roman" panose="02020603050405020304" pitchFamily="18" charset="0"/>
                <a:cs typeface="Times New Roman" panose="02020603050405020304" pitchFamily="18" charset="0"/>
              </a:rPr>
              <a:t>, I completed the Phishing Awareness Training project. The purpose of this project was to understand phishing attacks and learn how cybercriminals trick users into sharing sensitive information. Phishing is one of the most common cyber attacks and affects both individuals and organizations.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 this project, I studied different phishing techniques, fake emails, fake websites, and social engineering methods used by attackers. I also learned how users can protect themselves from such attacks.</a:t>
            </a:r>
          </a:p>
          <a:p>
            <a:endParaRPr lang="en-IN" dirty="0"/>
          </a:p>
        </p:txBody>
      </p:sp>
      <p:pic>
        <p:nvPicPr>
          <p:cNvPr id="5" name="Picture 4">
            <a:extLst>
              <a:ext uri="{FF2B5EF4-FFF2-40B4-BE49-F238E27FC236}">
                <a16:creationId xmlns:a16="http://schemas.microsoft.com/office/drawing/2014/main" id="{D6DC7888-5299-E5D0-AD9F-F019334A14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2246" y="2387385"/>
            <a:ext cx="4847303" cy="2774550"/>
          </a:xfrm>
          <a:prstGeom prst="rect">
            <a:avLst/>
          </a:prstGeom>
        </p:spPr>
      </p:pic>
    </p:spTree>
    <p:extLst>
      <p:ext uri="{BB962C8B-B14F-4D97-AF65-F5344CB8AC3E}">
        <p14:creationId xmlns:p14="http://schemas.microsoft.com/office/powerpoint/2010/main" val="4162333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B1410-3A6D-4D1D-4C9A-27FE3360DCDA}"/>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OBJECTIVES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3672D9C-6D81-2F63-D651-67B777A27138}"/>
              </a:ext>
            </a:extLst>
          </p:cNvPr>
          <p:cNvSpPr>
            <a:spLocks noGrp="1"/>
          </p:cNvSpPr>
          <p:nvPr>
            <p:ph idx="1"/>
          </p:nvPr>
        </p:nvSpPr>
        <p:spPr/>
        <p:txBody>
          <a:bodyPr/>
          <a:lstStyle/>
          <a:p>
            <a:pPr marL="0" indent="0">
              <a:buNone/>
            </a:pPr>
            <a:r>
              <a:rPr lang="en-IN" dirty="0">
                <a:latin typeface="Times New Roman" panose="02020603050405020304" pitchFamily="18" charset="0"/>
                <a:cs typeface="Times New Roman" panose="02020603050405020304" pitchFamily="18" charset="0"/>
              </a:rPr>
              <a:t>The main objectives of this project were:</a:t>
            </a:r>
          </a:p>
          <a:p>
            <a:pPr marL="0" indent="0">
              <a:buNone/>
            </a:pPr>
            <a:r>
              <a:rPr lang="en-IN" dirty="0">
                <a:latin typeface="Times New Roman" panose="02020603050405020304" pitchFamily="18" charset="0"/>
                <a:cs typeface="Times New Roman" panose="02020603050405020304" pitchFamily="18" charset="0"/>
              </a:rPr>
              <a:t>• To understand phishing attacks.</a:t>
            </a:r>
          </a:p>
          <a:p>
            <a:pPr marL="0" indent="0">
              <a:buNone/>
            </a:pPr>
            <a:r>
              <a:rPr lang="en-IN" dirty="0">
                <a:latin typeface="Times New Roman" panose="02020603050405020304" pitchFamily="18" charset="0"/>
                <a:cs typeface="Times New Roman" panose="02020603050405020304" pitchFamily="18" charset="0"/>
              </a:rPr>
              <a:t>• To learn how phishing emails and websites work.</a:t>
            </a:r>
          </a:p>
          <a:p>
            <a:pPr marL="0" indent="0">
              <a:buNone/>
            </a:pPr>
            <a:r>
              <a:rPr lang="en-IN" dirty="0">
                <a:latin typeface="Times New Roman" panose="02020603050405020304" pitchFamily="18" charset="0"/>
                <a:cs typeface="Times New Roman" panose="02020603050405020304" pitchFamily="18" charset="0"/>
              </a:rPr>
              <a:t>• To identify warning signs of phishing attempts.</a:t>
            </a:r>
          </a:p>
          <a:p>
            <a:pPr marL="0" indent="0">
              <a:buNone/>
            </a:pPr>
            <a:r>
              <a:rPr lang="en-IN" dirty="0">
                <a:latin typeface="Times New Roman" panose="02020603050405020304" pitchFamily="18" charset="0"/>
                <a:cs typeface="Times New Roman" panose="02020603050405020304" pitchFamily="18" charset="0"/>
              </a:rPr>
              <a:t>• To study prevention techniques.</a:t>
            </a:r>
          </a:p>
          <a:p>
            <a:pPr marL="0" indent="0">
              <a:buNone/>
            </a:pPr>
            <a:r>
              <a:rPr lang="en-IN" dirty="0">
                <a:latin typeface="Times New Roman" panose="02020603050405020304" pitchFamily="18" charset="0"/>
                <a:cs typeface="Times New Roman" panose="02020603050405020304" pitchFamily="18" charset="0"/>
              </a:rPr>
              <a:t>• To create awareness about cybersecurity threats.</a:t>
            </a:r>
          </a:p>
          <a:p>
            <a:endParaRPr lang="en-IN" dirty="0"/>
          </a:p>
        </p:txBody>
      </p:sp>
      <p:pic>
        <p:nvPicPr>
          <p:cNvPr id="5" name="Picture 4">
            <a:extLst>
              <a:ext uri="{FF2B5EF4-FFF2-40B4-BE49-F238E27FC236}">
                <a16:creationId xmlns:a16="http://schemas.microsoft.com/office/drawing/2014/main" id="{8111DDCE-DB03-4DFA-D5AC-6E4AE7358DF9}"/>
              </a:ext>
            </a:extLst>
          </p:cNvPr>
          <p:cNvPicPr>
            <a:picLocks noChangeAspect="1"/>
          </p:cNvPicPr>
          <p:nvPr/>
        </p:nvPicPr>
        <p:blipFill>
          <a:blip r:embed="rId2"/>
          <a:stretch>
            <a:fillRect/>
          </a:stretch>
        </p:blipFill>
        <p:spPr>
          <a:xfrm>
            <a:off x="7433186" y="2302815"/>
            <a:ext cx="3495871" cy="2996771"/>
          </a:xfrm>
          <a:prstGeom prst="rect">
            <a:avLst/>
          </a:prstGeom>
        </p:spPr>
      </p:pic>
    </p:spTree>
    <p:extLst>
      <p:ext uri="{BB962C8B-B14F-4D97-AF65-F5344CB8AC3E}">
        <p14:creationId xmlns:p14="http://schemas.microsoft.com/office/powerpoint/2010/main" val="3386560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4C7BE-FD7F-657B-1FF2-1260482E34A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WHAT IS PHISHING?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7822096-5F6B-3162-E5E2-B71C11A3C1DF}"/>
              </a:ext>
            </a:extLst>
          </p:cNvPr>
          <p:cNvSpPr>
            <a:spLocks noGrp="1"/>
          </p:cNvSpPr>
          <p:nvPr>
            <p:ph idx="1"/>
          </p:nvPr>
        </p:nvSpPr>
        <p:spPr>
          <a:xfrm>
            <a:off x="314027" y="2135393"/>
            <a:ext cx="5327695" cy="3695136"/>
          </a:xfrm>
        </p:spPr>
        <p:txBody>
          <a:bodyPr>
            <a:normAutofit fontScale="92500" lnSpcReduction="20000"/>
          </a:bodyPr>
          <a:lstStyle/>
          <a:p>
            <a:r>
              <a:rPr lang="en-IN" dirty="0">
                <a:latin typeface="Times New Roman" panose="02020603050405020304" pitchFamily="18" charset="0"/>
                <a:cs typeface="Times New Roman" panose="02020603050405020304" pitchFamily="18" charset="0"/>
              </a:rPr>
              <a:t>Phishing is a type of cyber attack where attackers pretend to be trusted organizations and try to steal sensitive information such as usernames, passwords, bank account details, and personal information.</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Most phishing attacks are carried out through emails, SMS messages, social media messages, and fake websites. Attackers try to create urgency so that users take action without verifying the authenticity of the message.</a:t>
            </a:r>
          </a:p>
          <a:p>
            <a:endParaRPr lang="en-IN" dirty="0"/>
          </a:p>
        </p:txBody>
      </p:sp>
      <p:pic>
        <p:nvPicPr>
          <p:cNvPr id="5" name="Picture 4">
            <a:extLst>
              <a:ext uri="{FF2B5EF4-FFF2-40B4-BE49-F238E27FC236}">
                <a16:creationId xmlns:a16="http://schemas.microsoft.com/office/drawing/2014/main" id="{CEBAE964-40C0-3BE4-38CB-FF65F90D5AA7}"/>
              </a:ext>
            </a:extLst>
          </p:cNvPr>
          <p:cNvPicPr>
            <a:picLocks noChangeAspect="1"/>
          </p:cNvPicPr>
          <p:nvPr/>
        </p:nvPicPr>
        <p:blipFill>
          <a:blip r:embed="rId2"/>
          <a:stretch>
            <a:fillRect/>
          </a:stretch>
        </p:blipFill>
        <p:spPr>
          <a:xfrm>
            <a:off x="6090675" y="2292709"/>
            <a:ext cx="5641722" cy="2943935"/>
          </a:xfrm>
          <a:prstGeom prst="rect">
            <a:avLst/>
          </a:prstGeom>
        </p:spPr>
      </p:pic>
    </p:spTree>
    <p:extLst>
      <p:ext uri="{BB962C8B-B14F-4D97-AF65-F5344CB8AC3E}">
        <p14:creationId xmlns:p14="http://schemas.microsoft.com/office/powerpoint/2010/main" val="1957235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382AB-34F6-5724-8752-5CAD655AD5A2}"/>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TYPES OF PHISHING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19C9DA-27CC-1C6B-F631-5CC0099CFCDA}"/>
              </a:ext>
            </a:extLst>
          </p:cNvPr>
          <p:cNvSpPr>
            <a:spLocks noGrp="1"/>
          </p:cNvSpPr>
          <p:nvPr>
            <p:ph idx="1"/>
          </p:nvPr>
        </p:nvSpPr>
        <p:spPr/>
        <p:txBody>
          <a:bodyPr>
            <a:normAutofit/>
          </a:bodyPr>
          <a:lstStyle/>
          <a:p>
            <a:r>
              <a:rPr lang="en-IN" b="1" dirty="0"/>
              <a:t>Email Phishing - </a:t>
            </a:r>
            <a:r>
              <a:rPr lang="en-IN" dirty="0"/>
              <a:t>Email phishing is the most common phishing technique. Attackers send fake emails that appear to come from banks, online services, or companies.</a:t>
            </a:r>
          </a:p>
          <a:p>
            <a:r>
              <a:rPr lang="en-IN" b="1" dirty="0"/>
              <a:t>Spear Phishing - </a:t>
            </a:r>
            <a:r>
              <a:rPr lang="en-IN" dirty="0"/>
              <a:t>This attack targets a specific person or organization using personalized information.</a:t>
            </a:r>
          </a:p>
          <a:p>
            <a:r>
              <a:rPr lang="en-IN" b="1" dirty="0"/>
              <a:t>Smishing - </a:t>
            </a:r>
            <a:r>
              <a:rPr lang="en-IN" dirty="0"/>
              <a:t>Smishing is phishing through SMS messages.</a:t>
            </a:r>
          </a:p>
          <a:p>
            <a:r>
              <a:rPr lang="en-IN" b="1" dirty="0"/>
              <a:t>Vishing - </a:t>
            </a:r>
            <a:r>
              <a:rPr lang="en-IN" dirty="0"/>
              <a:t>Vishing is phishing through phone calls where attackers pretend to be officials or support staff.</a:t>
            </a:r>
          </a:p>
          <a:p>
            <a:endParaRPr lang="en-IN" dirty="0"/>
          </a:p>
        </p:txBody>
      </p:sp>
    </p:spTree>
    <p:extLst>
      <p:ext uri="{BB962C8B-B14F-4D97-AF65-F5344CB8AC3E}">
        <p14:creationId xmlns:p14="http://schemas.microsoft.com/office/powerpoint/2010/main" val="2218571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5DB8E-514F-9A87-2AB3-17DD9DD9058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SOCIAL ENGINEERING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F82AC4-0133-D30E-D3B1-A4B0105B871F}"/>
              </a:ext>
            </a:extLst>
          </p:cNvPr>
          <p:cNvSpPr>
            <a:spLocks noGrp="1"/>
          </p:cNvSpPr>
          <p:nvPr>
            <p:ph idx="1"/>
          </p:nvPr>
        </p:nvSpPr>
        <p:spPr>
          <a:xfrm>
            <a:off x="923627" y="2253380"/>
            <a:ext cx="5487005" cy="4383394"/>
          </a:xfrm>
        </p:spPr>
        <p:txBody>
          <a:bodyPr>
            <a:normAutofit lnSpcReduction="10000"/>
          </a:bodyPr>
          <a:lstStyle/>
          <a:p>
            <a:pPr marL="0" indent="0">
              <a:buNone/>
            </a:pPr>
            <a:r>
              <a:rPr lang="en-IN" dirty="0">
                <a:latin typeface="Times New Roman" panose="02020603050405020304" pitchFamily="18" charset="0"/>
                <a:cs typeface="Times New Roman" panose="02020603050405020304" pitchFamily="18" charset="0"/>
              </a:rPr>
              <a:t>Social engineering is a technique where attackers manipulate human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instead of attacking computer systems directly.</a:t>
            </a:r>
          </a:p>
          <a:p>
            <a:pPr marL="0" indent="0">
              <a:buNone/>
            </a:pPr>
            <a:r>
              <a:rPr lang="en-IN" dirty="0">
                <a:latin typeface="Times New Roman" panose="02020603050405020304" pitchFamily="18" charset="0"/>
                <a:cs typeface="Times New Roman" panose="02020603050405020304" pitchFamily="18" charset="0"/>
              </a:rPr>
              <a:t>Some common methods include:</a:t>
            </a:r>
          </a:p>
          <a:p>
            <a:pPr marL="0" indent="0">
              <a:buNone/>
            </a:pPr>
            <a:r>
              <a:rPr lang="en-IN" dirty="0">
                <a:latin typeface="Times New Roman" panose="02020603050405020304" pitchFamily="18" charset="0"/>
                <a:cs typeface="Times New Roman" panose="02020603050405020304" pitchFamily="18" charset="0"/>
              </a:rPr>
              <a:t>  • Creating urgency</a:t>
            </a:r>
          </a:p>
          <a:p>
            <a:pPr marL="0" indent="0">
              <a:buNone/>
            </a:pPr>
            <a:r>
              <a:rPr lang="en-IN" dirty="0">
                <a:latin typeface="Times New Roman" panose="02020603050405020304" pitchFamily="18" charset="0"/>
                <a:cs typeface="Times New Roman" panose="02020603050405020304" pitchFamily="18" charset="0"/>
              </a:rPr>
              <a:t>  • Building trust</a:t>
            </a:r>
          </a:p>
          <a:p>
            <a:pPr marL="0" indent="0">
              <a:buNone/>
            </a:pPr>
            <a:r>
              <a:rPr lang="en-IN" dirty="0">
                <a:latin typeface="Times New Roman" panose="02020603050405020304" pitchFamily="18" charset="0"/>
                <a:cs typeface="Times New Roman" panose="02020603050405020304" pitchFamily="18" charset="0"/>
              </a:rPr>
              <a:t>  • Creating fear</a:t>
            </a:r>
          </a:p>
          <a:p>
            <a:pPr marL="0" indent="0">
              <a:buNone/>
            </a:pPr>
            <a:r>
              <a:rPr lang="en-IN" dirty="0">
                <a:latin typeface="Times New Roman" panose="02020603050405020304" pitchFamily="18" charset="0"/>
                <a:cs typeface="Times New Roman" panose="02020603050405020304" pitchFamily="18" charset="0"/>
              </a:rPr>
              <a:t>  • Offering rewards</a:t>
            </a:r>
          </a:p>
          <a:p>
            <a:pPr marL="0" indent="0">
              <a:buNone/>
            </a:pPr>
            <a:r>
              <a:rPr lang="en-IN" dirty="0">
                <a:latin typeface="Times New Roman" panose="02020603050405020304" pitchFamily="18" charset="0"/>
                <a:cs typeface="Times New Roman" panose="02020603050405020304" pitchFamily="18" charset="0"/>
              </a:rPr>
              <a:t>These methods make victims more likely to reveal confidential information.</a:t>
            </a:r>
          </a:p>
          <a:p>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ABEB8F9-15A4-58FD-09B6-F63D1980CAB0}"/>
              </a:ext>
            </a:extLst>
          </p:cNvPr>
          <p:cNvPicPr>
            <a:picLocks noChangeAspect="1"/>
          </p:cNvPicPr>
          <p:nvPr/>
        </p:nvPicPr>
        <p:blipFill>
          <a:blip r:embed="rId2"/>
          <a:stretch>
            <a:fillRect/>
          </a:stretch>
        </p:blipFill>
        <p:spPr>
          <a:xfrm>
            <a:off x="6803922" y="2662557"/>
            <a:ext cx="4789687" cy="3137495"/>
          </a:xfrm>
          <a:prstGeom prst="rect">
            <a:avLst/>
          </a:prstGeom>
        </p:spPr>
      </p:pic>
    </p:spTree>
    <p:extLst>
      <p:ext uri="{BB962C8B-B14F-4D97-AF65-F5344CB8AC3E}">
        <p14:creationId xmlns:p14="http://schemas.microsoft.com/office/powerpoint/2010/main" val="109894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6FD5F-D8FA-D50E-129A-D1B6F871259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Identifying Phishing Emails</a:t>
            </a:r>
            <a:br>
              <a:rPr lang="en-IN" b="1" dirty="0">
                <a:latin typeface="Times New Roman" panose="02020603050405020304" pitchFamily="18" charset="0"/>
                <a:cs typeface="Times New Roman" panose="02020603050405020304" pitchFamily="18" charset="0"/>
              </a:rPr>
            </a:br>
            <a:endParaRPr lang="en-IN" b="1" dirty="0"/>
          </a:p>
        </p:txBody>
      </p:sp>
      <p:sp>
        <p:nvSpPr>
          <p:cNvPr id="3" name="Content Placeholder 2">
            <a:extLst>
              <a:ext uri="{FF2B5EF4-FFF2-40B4-BE49-F238E27FC236}">
                <a16:creationId xmlns:a16="http://schemas.microsoft.com/office/drawing/2014/main" id="{79BDEDE6-434C-AF13-16FB-C5F00B3147F1}"/>
              </a:ext>
            </a:extLst>
          </p:cNvPr>
          <p:cNvSpPr>
            <a:spLocks noGrp="1"/>
          </p:cNvSpPr>
          <p:nvPr>
            <p:ph idx="1"/>
          </p:nvPr>
        </p:nvSpPr>
        <p:spPr>
          <a:xfrm>
            <a:off x="913795" y="2096064"/>
            <a:ext cx="8141715" cy="4442388"/>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While studying phishing attacks, I found several common warning signs:</a:t>
            </a:r>
          </a:p>
          <a:p>
            <a:pPr marL="0" indent="0">
              <a:buNone/>
            </a:pPr>
            <a:r>
              <a:rPr lang="en-IN" dirty="0">
                <a:latin typeface="Times New Roman" panose="02020603050405020304" pitchFamily="18" charset="0"/>
                <a:cs typeface="Times New Roman" panose="02020603050405020304" pitchFamily="18" charset="0"/>
              </a:rPr>
              <a:t>  • Unknown sender address</a:t>
            </a:r>
          </a:p>
          <a:p>
            <a:pPr marL="0" indent="0">
              <a:buNone/>
            </a:pPr>
            <a:r>
              <a:rPr lang="en-IN" dirty="0">
                <a:latin typeface="Times New Roman" panose="02020603050405020304" pitchFamily="18" charset="0"/>
                <a:cs typeface="Times New Roman" panose="02020603050405020304" pitchFamily="18" charset="0"/>
              </a:rPr>
              <a:t>  • Spelling and grammar mistakes</a:t>
            </a:r>
          </a:p>
          <a:p>
            <a:pPr marL="0" indent="0">
              <a:buNone/>
            </a:pPr>
            <a:r>
              <a:rPr lang="en-IN" dirty="0">
                <a:latin typeface="Times New Roman" panose="02020603050405020304" pitchFamily="18" charset="0"/>
                <a:cs typeface="Times New Roman" panose="02020603050405020304" pitchFamily="18" charset="0"/>
              </a:rPr>
              <a:t>  • Suspicious links</a:t>
            </a:r>
          </a:p>
          <a:p>
            <a:pPr marL="0" indent="0">
              <a:buNone/>
            </a:pPr>
            <a:r>
              <a:rPr lang="en-IN" dirty="0">
                <a:latin typeface="Times New Roman" panose="02020603050405020304" pitchFamily="18" charset="0"/>
                <a:cs typeface="Times New Roman" panose="02020603050405020304" pitchFamily="18" charset="0"/>
              </a:rPr>
              <a:t>  • Requests for passwords</a:t>
            </a:r>
          </a:p>
          <a:p>
            <a:pPr marL="0" indent="0">
              <a:buNone/>
            </a:pPr>
            <a:r>
              <a:rPr lang="en-IN" dirty="0">
                <a:latin typeface="Times New Roman" panose="02020603050405020304" pitchFamily="18" charset="0"/>
                <a:cs typeface="Times New Roman" panose="02020603050405020304" pitchFamily="18" charset="0"/>
              </a:rPr>
              <a:t>  • Urgent action messages</a:t>
            </a:r>
          </a:p>
          <a:p>
            <a:pPr marL="0" indent="0">
              <a:buNone/>
            </a:pPr>
            <a:r>
              <a:rPr lang="en-IN" dirty="0">
                <a:latin typeface="Times New Roman" panose="02020603050405020304" pitchFamily="18" charset="0"/>
                <a:cs typeface="Times New Roman" panose="02020603050405020304" pitchFamily="18" charset="0"/>
              </a:rPr>
              <a:t>  • Unexpected attachments</a:t>
            </a:r>
          </a:p>
          <a:p>
            <a:pPr marL="0" indent="0">
              <a:buNone/>
            </a:pPr>
            <a:r>
              <a:rPr lang="en-IN" dirty="0">
                <a:latin typeface="Times New Roman" panose="02020603050405020304" pitchFamily="18" charset="0"/>
                <a:cs typeface="Times New Roman" panose="02020603050405020304" pitchFamily="18" charset="0"/>
              </a:rPr>
              <a:t>Users should always verify emails before clicking any links.</a:t>
            </a:r>
          </a:p>
          <a:p>
            <a:endParaRPr lang="en-IN" dirty="0"/>
          </a:p>
        </p:txBody>
      </p:sp>
      <p:pic>
        <p:nvPicPr>
          <p:cNvPr id="5" name="Picture 4">
            <a:extLst>
              <a:ext uri="{FF2B5EF4-FFF2-40B4-BE49-F238E27FC236}">
                <a16:creationId xmlns:a16="http://schemas.microsoft.com/office/drawing/2014/main" id="{6AA5E096-1BFA-B7DB-0656-89BD48D93491}"/>
              </a:ext>
            </a:extLst>
          </p:cNvPr>
          <p:cNvPicPr>
            <a:picLocks noChangeAspect="1"/>
          </p:cNvPicPr>
          <p:nvPr/>
        </p:nvPicPr>
        <p:blipFill>
          <a:blip r:embed="rId2"/>
          <a:stretch>
            <a:fillRect/>
          </a:stretch>
        </p:blipFill>
        <p:spPr>
          <a:xfrm>
            <a:off x="7109168" y="2672611"/>
            <a:ext cx="4363614" cy="2735131"/>
          </a:xfrm>
          <a:prstGeom prst="rect">
            <a:avLst/>
          </a:prstGeom>
        </p:spPr>
      </p:pic>
    </p:spTree>
    <p:extLst>
      <p:ext uri="{BB962C8B-B14F-4D97-AF65-F5344CB8AC3E}">
        <p14:creationId xmlns:p14="http://schemas.microsoft.com/office/powerpoint/2010/main" val="2736358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FFBD0-7B98-5EDA-3A0D-3FC079D8AC7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Identifying Fake Websites</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8E92B0-D8D0-6687-A0C9-7111C7B2BE69}"/>
              </a:ext>
            </a:extLst>
          </p:cNvPr>
          <p:cNvSpPr>
            <a:spLocks noGrp="1"/>
          </p:cNvSpPr>
          <p:nvPr>
            <p:ph idx="1"/>
          </p:nvPr>
        </p:nvSpPr>
        <p:spPr/>
        <p:txBody>
          <a:bodyPr>
            <a:normAutofit lnSpcReduction="10000"/>
          </a:bodyPr>
          <a:lstStyle/>
          <a:p>
            <a:pPr marL="0" indent="0">
              <a:buNone/>
            </a:pPr>
            <a:r>
              <a:rPr lang="en-IN" dirty="0">
                <a:latin typeface="Times New Roman" panose="02020603050405020304" pitchFamily="18" charset="0"/>
                <a:cs typeface="Times New Roman" panose="02020603050405020304" pitchFamily="18" charset="0"/>
              </a:rPr>
              <a:t>Fake websites are designed to look similar to legitimate websites.</a:t>
            </a:r>
          </a:p>
          <a:p>
            <a:r>
              <a:rPr lang="en-IN" dirty="0">
                <a:latin typeface="Times New Roman" panose="02020603050405020304" pitchFamily="18" charset="0"/>
                <a:cs typeface="Times New Roman" panose="02020603050405020304" pitchFamily="18" charset="0"/>
              </a:rPr>
              <a:t>Common signs include:</a:t>
            </a:r>
          </a:p>
          <a:p>
            <a:pPr marL="0" indent="0">
              <a:buNone/>
            </a:pPr>
            <a:r>
              <a:rPr lang="en-IN" dirty="0">
                <a:latin typeface="Times New Roman" panose="02020603050405020304" pitchFamily="18" charset="0"/>
                <a:cs typeface="Times New Roman" panose="02020603050405020304" pitchFamily="18" charset="0"/>
              </a:rPr>
              <a:t>• Incorrect URL</a:t>
            </a:r>
          </a:p>
          <a:p>
            <a:pPr marL="0" indent="0">
              <a:buNone/>
            </a:pPr>
            <a:r>
              <a:rPr lang="en-IN" dirty="0">
                <a:latin typeface="Times New Roman" panose="02020603050405020304" pitchFamily="18" charset="0"/>
                <a:cs typeface="Times New Roman" panose="02020603050405020304" pitchFamily="18" charset="0"/>
              </a:rPr>
              <a:t>• Missing HTTPS security</a:t>
            </a:r>
          </a:p>
          <a:p>
            <a:pPr marL="0" indent="0">
              <a:buNone/>
            </a:pPr>
            <a:r>
              <a:rPr lang="en-IN" dirty="0">
                <a:latin typeface="Times New Roman" panose="02020603050405020304" pitchFamily="18" charset="0"/>
                <a:cs typeface="Times New Roman" panose="02020603050405020304" pitchFamily="18" charset="0"/>
              </a:rPr>
              <a:t>• Poor design quality</a:t>
            </a:r>
          </a:p>
          <a:p>
            <a:pPr marL="0" indent="0">
              <a:buNone/>
            </a:pPr>
            <a:r>
              <a:rPr lang="en-IN" dirty="0">
                <a:latin typeface="Times New Roman" panose="02020603050405020304" pitchFamily="18" charset="0"/>
                <a:cs typeface="Times New Roman" panose="02020603050405020304" pitchFamily="18" charset="0"/>
              </a:rPr>
              <a:t>• Unexpected login requests</a:t>
            </a:r>
          </a:p>
          <a:p>
            <a:pPr marL="0" indent="0">
              <a:buNone/>
            </a:pPr>
            <a:r>
              <a:rPr lang="en-IN" dirty="0">
                <a:latin typeface="Times New Roman" panose="02020603050405020304" pitchFamily="18" charset="0"/>
                <a:cs typeface="Times New Roman" panose="02020603050405020304" pitchFamily="18" charset="0"/>
              </a:rPr>
              <a:t>• Unrealistic offers and discounts</a:t>
            </a:r>
          </a:p>
          <a:p>
            <a:pPr marL="0" indent="0">
              <a:buNone/>
            </a:pPr>
            <a:r>
              <a:rPr lang="en-IN" dirty="0">
                <a:latin typeface="Times New Roman" panose="02020603050405020304" pitchFamily="18" charset="0"/>
                <a:cs typeface="Times New Roman" panose="02020603050405020304" pitchFamily="18" charset="0"/>
              </a:rPr>
              <a:t>Users should always verify website addresses before entering personal information.</a:t>
            </a:r>
          </a:p>
          <a:p>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140B507-A5E5-661D-32F7-488261E1F0D6}"/>
              </a:ext>
            </a:extLst>
          </p:cNvPr>
          <p:cNvPicPr>
            <a:picLocks noChangeAspect="1"/>
          </p:cNvPicPr>
          <p:nvPr/>
        </p:nvPicPr>
        <p:blipFill>
          <a:blip r:embed="rId2"/>
          <a:stretch>
            <a:fillRect/>
          </a:stretch>
        </p:blipFill>
        <p:spPr>
          <a:xfrm>
            <a:off x="6587613" y="2664783"/>
            <a:ext cx="4940634" cy="2508716"/>
          </a:xfrm>
          <a:prstGeom prst="rect">
            <a:avLst/>
          </a:prstGeom>
        </p:spPr>
      </p:pic>
    </p:spTree>
    <p:extLst>
      <p:ext uri="{BB962C8B-B14F-4D97-AF65-F5344CB8AC3E}">
        <p14:creationId xmlns:p14="http://schemas.microsoft.com/office/powerpoint/2010/main" val="3184333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6758A-7150-A5BD-0C77-8822DD76225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Prevention Methods</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252EA72-2BF4-8831-1801-BC47CD9500E7}"/>
              </a:ext>
            </a:extLst>
          </p:cNvPr>
          <p:cNvSpPr>
            <a:spLocks noGrp="1"/>
          </p:cNvSpPr>
          <p:nvPr>
            <p:ph idx="1"/>
          </p:nvPr>
        </p:nvSpPr>
        <p:spPr/>
        <p:txBody>
          <a:bodyPr>
            <a:normAutofit lnSpcReduction="10000"/>
          </a:bodyPr>
          <a:lstStyle/>
          <a:p>
            <a:pPr marL="0" indent="0">
              <a:buNone/>
            </a:pPr>
            <a:r>
              <a:rPr lang="en-IN" dirty="0">
                <a:latin typeface="Times New Roman" panose="02020603050405020304" pitchFamily="18" charset="0"/>
                <a:cs typeface="Times New Roman" panose="02020603050405020304" pitchFamily="18" charset="0"/>
              </a:rPr>
              <a:t>To stay safe from phishing attacks, users should:</a:t>
            </a:r>
          </a:p>
          <a:p>
            <a:pPr marL="0" indent="0">
              <a:buNone/>
            </a:pPr>
            <a:r>
              <a:rPr lang="en-IN" dirty="0">
                <a:latin typeface="Times New Roman" panose="02020603050405020304" pitchFamily="18" charset="0"/>
                <a:cs typeface="Times New Roman" panose="02020603050405020304" pitchFamily="18" charset="0"/>
              </a:rPr>
              <a:t>• Verify sender details.</a:t>
            </a:r>
          </a:p>
          <a:p>
            <a:pPr marL="0" indent="0">
              <a:buNone/>
            </a:pPr>
            <a:r>
              <a:rPr lang="en-IN" dirty="0">
                <a:latin typeface="Times New Roman" panose="02020603050405020304" pitchFamily="18" charset="0"/>
                <a:cs typeface="Times New Roman" panose="02020603050405020304" pitchFamily="18" charset="0"/>
              </a:rPr>
              <a:t>• Avoid clicking suspicious links.</a:t>
            </a:r>
          </a:p>
          <a:p>
            <a:pPr marL="0" indent="0">
              <a:buNone/>
            </a:pPr>
            <a:r>
              <a:rPr lang="en-IN" dirty="0">
                <a:latin typeface="Times New Roman" panose="02020603050405020304" pitchFamily="18" charset="0"/>
                <a:cs typeface="Times New Roman" panose="02020603050405020304" pitchFamily="18" charset="0"/>
              </a:rPr>
              <a:t>• Use strong passwords.</a:t>
            </a:r>
          </a:p>
          <a:p>
            <a:pPr marL="0" indent="0">
              <a:buNone/>
            </a:pPr>
            <a:r>
              <a:rPr lang="en-IN" dirty="0">
                <a:latin typeface="Times New Roman" panose="02020603050405020304" pitchFamily="18" charset="0"/>
                <a:cs typeface="Times New Roman" panose="02020603050405020304" pitchFamily="18" charset="0"/>
              </a:rPr>
              <a:t>• Enable two-factor authentication.</a:t>
            </a:r>
          </a:p>
          <a:p>
            <a:pPr marL="0" indent="0">
              <a:buNone/>
            </a:pPr>
            <a:r>
              <a:rPr lang="en-IN" dirty="0">
                <a:latin typeface="Times New Roman" panose="02020603050405020304" pitchFamily="18" charset="0"/>
                <a:cs typeface="Times New Roman" panose="02020603050405020304" pitchFamily="18" charset="0"/>
              </a:rPr>
              <a:t>• Keep software updated.</a:t>
            </a:r>
          </a:p>
          <a:p>
            <a:pPr marL="0" indent="0">
              <a:buNone/>
            </a:pPr>
            <a:r>
              <a:rPr lang="en-IN" dirty="0">
                <a:latin typeface="Times New Roman" panose="02020603050405020304" pitchFamily="18" charset="0"/>
                <a:cs typeface="Times New Roman" panose="02020603050405020304" pitchFamily="18" charset="0"/>
              </a:rPr>
              <a:t>• Use antivirus protection.</a:t>
            </a:r>
          </a:p>
          <a:p>
            <a:pPr marL="0" indent="0">
              <a:buNone/>
            </a:pPr>
            <a:r>
              <a:rPr lang="en-IN" dirty="0">
                <a:latin typeface="Times New Roman" panose="02020603050405020304" pitchFamily="18" charset="0"/>
                <a:cs typeface="Times New Roman" panose="02020603050405020304" pitchFamily="18" charset="0"/>
              </a:rPr>
              <a:t>• Report suspicious emails.</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8D6C893-46BE-9664-B1BC-FF9939D44209}"/>
              </a:ext>
            </a:extLst>
          </p:cNvPr>
          <p:cNvPicPr>
            <a:picLocks noChangeAspect="1"/>
          </p:cNvPicPr>
          <p:nvPr/>
        </p:nvPicPr>
        <p:blipFill>
          <a:blip r:embed="rId2"/>
          <a:stretch>
            <a:fillRect/>
          </a:stretch>
        </p:blipFill>
        <p:spPr>
          <a:xfrm>
            <a:off x="6090675" y="2811177"/>
            <a:ext cx="5380986" cy="3071340"/>
          </a:xfrm>
          <a:prstGeom prst="rect">
            <a:avLst/>
          </a:prstGeom>
        </p:spPr>
      </p:pic>
    </p:spTree>
    <p:extLst>
      <p:ext uri="{BB962C8B-B14F-4D97-AF65-F5344CB8AC3E}">
        <p14:creationId xmlns:p14="http://schemas.microsoft.com/office/powerpoint/2010/main" val="4051915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EB63D-FE34-B42B-30A1-31549700CFF4}"/>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Learning Outcome</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1491DEE6-305E-2727-36DF-1A168704C373}"/>
              </a:ext>
            </a:extLst>
          </p:cNvPr>
          <p:cNvSpPr>
            <a:spLocks noGrp="1"/>
          </p:cNvSpPr>
          <p:nvPr>
            <p:ph idx="1"/>
          </p:nvPr>
        </p:nvSpPr>
        <p:spPr/>
        <p:txBody>
          <a:bodyPr/>
          <a:lstStyle/>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Through this project, I gained practical knowledge about phishing attacks and cybersecurity awareness. I learned how attackers use social engineering techniques to target users and how to identify suspicious emails and websites. This project improved my understanding of cyber threats and online safety practices.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2138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89199-2852-9FAD-46C0-B4D5584F2779}"/>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5208BF5-018D-930F-E2CC-0539594DCCF2}"/>
              </a:ext>
            </a:extLst>
          </p:cNvPr>
          <p:cNvSpPr>
            <a:spLocks noGrp="1"/>
          </p:cNvSpPr>
          <p:nvPr>
            <p:ph idx="1"/>
          </p:nvPr>
        </p:nvSpPr>
        <p:spPr/>
        <p:txBody>
          <a:bodyPr/>
          <a:lstStyle/>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Phishing attacks remain one of the biggest cybersecurity threats today. Many successful attacks occur because users are unaware of phishing techniques. Through this project, I learned how phishing attacks work and how users can protect themselves from becoming victims. Creating awareness is one of the most effective ways to reduce phishing-related incidents and improve cybersecurity.</a:t>
            </a:r>
          </a:p>
        </p:txBody>
      </p:sp>
      <p:pic>
        <p:nvPicPr>
          <p:cNvPr id="5" name="Picture 4">
            <a:extLst>
              <a:ext uri="{FF2B5EF4-FFF2-40B4-BE49-F238E27FC236}">
                <a16:creationId xmlns:a16="http://schemas.microsoft.com/office/drawing/2014/main" id="{2AB318C8-BA2F-8A99-E54B-18E864068ED5}"/>
              </a:ext>
            </a:extLst>
          </p:cNvPr>
          <p:cNvPicPr>
            <a:picLocks noChangeAspect="1"/>
          </p:cNvPicPr>
          <p:nvPr/>
        </p:nvPicPr>
        <p:blipFill>
          <a:blip r:embed="rId2"/>
          <a:stretch>
            <a:fillRect/>
          </a:stretch>
        </p:blipFill>
        <p:spPr>
          <a:xfrm>
            <a:off x="4581683" y="4520804"/>
            <a:ext cx="3225130" cy="1953738"/>
          </a:xfrm>
          <a:prstGeom prst="rect">
            <a:avLst/>
          </a:prstGeom>
        </p:spPr>
      </p:pic>
    </p:spTree>
    <p:extLst>
      <p:ext uri="{BB962C8B-B14F-4D97-AF65-F5344CB8AC3E}">
        <p14:creationId xmlns:p14="http://schemas.microsoft.com/office/powerpoint/2010/main" val="14193643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29</TotalTime>
  <Words>617</Words>
  <Application>Microsoft Office PowerPoint</Application>
  <PresentationFormat>Widescreen</PresentationFormat>
  <Paragraphs>66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Bookman Old Style</vt:lpstr>
      <vt:lpstr>Rockwell</vt:lpstr>
      <vt:lpstr>Times New Roman</vt:lpstr>
      <vt:lpstr>Damask</vt:lpstr>
      <vt:lpstr>PHISHING AWARENESS TRAINING</vt:lpstr>
      <vt:lpstr>INTRODUCTION</vt:lpstr>
      <vt:lpstr>OBJECTIVES</vt:lpstr>
      <vt:lpstr>WHAT IS PHISHING?</vt:lpstr>
      <vt:lpstr>TYPES OF PHISHING</vt:lpstr>
      <vt:lpstr>SOCIAL ENGINEERING</vt:lpstr>
      <vt:lpstr>Identifying Phishing Emails </vt:lpstr>
      <vt:lpstr>Identifying Fake Websites </vt:lpstr>
      <vt:lpstr>Prevention Methods </vt:lpstr>
      <vt:lpstr>Learning Outcome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outlook_6CC68F52283E252D@outlook.com</dc:creator>
  <cp:lastModifiedBy>outlook_6CC68F52283E252D@outlook.com</cp:lastModifiedBy>
  <cp:revision>1</cp:revision>
  <dcterms:created xsi:type="dcterms:W3CDTF">2026-06-10T14:53:06Z</dcterms:created>
  <dcterms:modified xsi:type="dcterms:W3CDTF">2026-06-10T15:22:20Z</dcterms:modified>
</cp:coreProperties>
</file>